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i-k1.vercel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stherrrrrrrrrrrrr/Playfair-Cipher" TargetMode="External"/><Relationship Id="rId2" Type="http://schemas.openxmlformats.org/officeDocument/2006/relationships/hyperlink" Target="https://ki-k1.vercel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K1 · KOM1314 KEAMANAN INFORMASI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Enkripsi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Cipher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enkripsi &amp; dekripsi berkas teks dengan bujursangkar kunci 5×5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ILMU KOMPUTER · SEKOLAH SAINS DATA, MATEMATIKA, DAN INFORMATIKA · IPB UNIVERSITY ·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83880" y="1600200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97112" y="1600200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10344" y="1600200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323576" y="1600200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36808" y="1600200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83880" y="2313432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97112" y="2313432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10344" y="2313432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323576" y="2313432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36808" y="2313432"/>
            <a:ext cx="640080" cy="640080"/>
          </a:xfrm>
          <a:prstGeom prst="rect">
            <a:avLst/>
          </a:prstGeom>
          <a:solidFill>
            <a:srgbClr val="0F6E66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83880" y="3026664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97112" y="3026664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10344" y="3026664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323576" y="3026664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036808" y="3026664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83880" y="3739896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897112" y="3739896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10344" y="3739896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323576" y="3739896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036808" y="3739896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83880" y="4453128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897112" y="4453128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10344" y="4453128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323576" y="4453128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036808" y="4453128"/>
            <a:ext cx="640080" cy="640080"/>
          </a:xfrm>
          <a:prstGeom prst="rect">
            <a:avLst/>
          </a:prstGeom>
          <a:solidFill>
            <a:srgbClr val="2A333C"/>
          </a:solidFill>
          <a:ln w="12700">
            <a:solidFill>
              <a:srgbClr val="3A43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TIM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Kerja &amp; Kontribusi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1737360"/>
                <a:gridCol w="4480560"/>
                <a:gridCol w="10972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Bagian Kerja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Kontribusi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Afdha Auliya Atiq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M0403241163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Pengembangan aplikasi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 Ramadana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M0403241141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Adzkia Muftia Rahman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M0403241153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Keyla Nurul Arafah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M0403241059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Pengembangan aplikasi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Muhammad Alif Baha Badiuzzaman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M0403241129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Pengembangan aplikasi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Revandi Aridya Pohan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M0403241077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Nadine Putri Agustin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M0403241041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Naufal Indra Rizky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M0403241171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Jeslyn Angelica Widjaja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M0403241065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Quina Rizky Dae Yuena Siregar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G6401231013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Nazwa Nadya Rahma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M0403241060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Penyusunan laporan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Tujuan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Kriptografi klasik adalah dasar konsep dan algoritma kriptografi modern.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cipher (Wheatstone, 1854) mengenkripsi pasangan huruf (bigram), bukan huruf tunggal.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 huruf cipherteks lebih datar sehingga analisis frekuensi huruf tunggal lebih sulit.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Playfair cipher sesuai materi kuliah Kriptografi Klasik.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dengan masukan berkas teks &amp; kunci, keluaran berkas terenkripsi.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kebenaran terhadap contoh materi kuliah dan pengujian otomatis.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Aplikasi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statis yang mengenkripsi dan mendekripsi berkas teks dengan Playfair cipher. Seluruh proses berjalan di peramban, tanpa server.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97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Masukan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Berkas .txt atau teks ketikan + kata/frasa kunci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Keluaran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Cipherteks/plainteks: salin atau unduh .txt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Enkripsi dan dekripsi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Bujursangkar langsung, proses per bigram, histogram frekuensi, contoh slide, validasi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6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Teknologi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 tanpa pustaka eksternal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64808" y="1344168"/>
            <a:ext cx="5221224" cy="3502152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pic>
        <p:nvPicPr>
          <p:cNvPr id="10" name="Image 0" descr="/Users/macbook/Documents/Tugas Keamanan Informasi/ki-k1/laporan/screenshots/01-tampilan-aw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417320"/>
            <a:ext cx="5074920" cy="3355848"/>
          </a:xfrm>
          <a:prstGeom prst="rect">
            <a:avLst/>
          </a:prstGeom>
        </p:spPr>
      </p:pic>
      <p:sp>
        <p:nvSpPr>
          <p:cNvPr id="11" name="Text 7">
            <a:hlinkClick r:id="rId2" tooltip=""/>
          </p:cNvPr>
          <p:cNvSpPr/>
          <p:nvPr/>
        </p:nvSpPr>
        <p:spPr>
          <a:xfrm>
            <a:off x="6537960" y="49834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F6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ki-k1.vercel.app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DASAR TEORI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Playfair Cipher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Bujursangkar kunci "ALNGESHPUB"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90472" y="2057400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12264" y="2057400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34056" y="2057400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55848" y="2057400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679192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90472" y="2679192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12264" y="2679192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34056" y="2679192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55848" y="2679192"/>
            <a:ext cx="566928" cy="566928"/>
          </a:xfrm>
          <a:prstGeom prst="rect">
            <a:avLst/>
          </a:prstGeom>
          <a:solidFill>
            <a:srgbClr val="0F6E66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330098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0472" y="330098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112264" y="330098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34056" y="330098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55848" y="3300984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39227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90472" y="39227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12264" y="39227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34056" y="39227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55848" y="392277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8680" y="454456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90472" y="454456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112264" y="454456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734056" y="454456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55848" y="4544568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5800" y="5303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huruf tanpa J · 25! kemungkinan kunci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26280" y="1463040"/>
            <a:ext cx="7086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5544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Pra-pemrosesan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754880" y="19202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→ I, tulis per bigram, huruf kembar disisipi X, jumlah ganjil ditambah X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4526280" y="2651760"/>
            <a:ext cx="7086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743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sama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754880" y="3108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Geser ke kanan (dekripsi: kiri), siklik. Contoh DI → FK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4526280" y="3840480"/>
            <a:ext cx="7086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31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sama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754880" y="42976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Geser ke bawah (dekripsi: atas), siklik. Contoh NQ → PX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4526280" y="5029200"/>
            <a:ext cx="7086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51206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Persegi panjang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4754880" y="548640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sudut pada baris masing-masing huruf. Contoh HZ → BW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PERANCANGAN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Aplikasi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438912" cy="438912"/>
          </a:xfrm>
          <a:prstGeom prst="ellipse">
            <a:avLst/>
          </a:prstGeom>
          <a:solidFill>
            <a:srgbClr val="0F6E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/ Dekripsi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75104" y="26517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148840"/>
            <a:ext cx="438912" cy="438912"/>
          </a:xfrm>
          <a:prstGeom prst="ellipse">
            <a:avLst/>
          </a:prstGeom>
          <a:solidFill>
            <a:srgbClr val="0F6E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 kunci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219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Bujursangkar 5×5 terbentuk langsung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75304" y="26517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490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148840"/>
            <a:ext cx="438912" cy="438912"/>
          </a:xfrm>
          <a:prstGeom prst="ellipse">
            <a:avLst/>
          </a:prstGeom>
          <a:solidFill>
            <a:srgbClr val="0F6E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berkas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221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dibaca FileReader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75504" y="26517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3492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148840"/>
            <a:ext cx="438912" cy="438912"/>
          </a:xfrm>
          <a:prstGeom prst="ellipse">
            <a:avLst/>
          </a:prstGeom>
          <a:solidFill>
            <a:srgbClr val="0F6E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masukan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75704" y="26517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9494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148840"/>
            <a:ext cx="438912" cy="438912"/>
          </a:xfrm>
          <a:prstGeom prst="ellipse">
            <a:avLst/>
          </a:prstGeom>
          <a:solidFill>
            <a:srgbClr val="0F6E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951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Pra-pemrosesan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&amp; bigram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75904" y="26517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5496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2148840"/>
            <a:ext cx="438912" cy="438912"/>
          </a:xfrm>
          <a:prstGeom prst="ellipse">
            <a:avLst/>
          </a:prstGeom>
          <a:solidFill>
            <a:srgbClr val="0F6E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953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227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baris/kolom/persegi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76104" y="26517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10149840" y="2011680"/>
            <a:ext cx="1444752" cy="1828800"/>
          </a:xfrm>
          <a:prstGeom prst="roundRect">
            <a:avLst>
              <a:gd name="adj" fmla="val 5063"/>
            </a:avLst>
          </a:prstGeom>
          <a:solidFill>
            <a:srgbClr val="0F6E66"/>
          </a:solidFill>
          <a:ln w="15875">
            <a:solidFill>
              <a:srgbClr val="0F6E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214884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195560" y="2697480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22992" y="310896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Tampilkan, salin, unduh .txt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43891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diketik → huruf unik kunci ditulis lebih dulu, J diganti I, lalu sisa alfabet.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dinormalisasi (huruf kapital, non-huruf dibuang), dipecah per bigram, lalu tiap bigram diganti sesuai aturannya.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dapat langsung dipakai sebagai masukan mode sebaliknya untuk memeriksa dekripsi.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IMPLEMENTASI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1790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app/playfair.js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inti: normalize, buildKeySquare, toBigrams, transformPair, encrypt, decrypt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5059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app/app.js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antarmuka: baca berkas, proses, tampilkan langkah, salin &amp; unduh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8328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app/index.html + style.css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124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halaman: kartu masukan, hasil, tabel, histogram, bujursangkar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1596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tests/playfair.test.js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451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dengan node:test, termasuk contoh dari slide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fungsi untuk dua arah: pergeseran +1 saat enkripsi dan +4 (≡ −1 mod 5) saat dekripsi.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146304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transformPair(pair, square, dir)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shift = dir === "decrypt" ? 4 : 1;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p1 = square.position[pair[0]];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p2 = square.position[pair[1]];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(p1.row === p2.row)      // baris sama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geser kolom (c + shift) mod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(p1.col === p2.col) // kolom sama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geser baris (r + shift) mod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                       // persegi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(r1, c2) dan (r2, c1)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HASIL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Aplikasi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07238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pic>
        <p:nvPicPr>
          <p:cNvPr id="8" name="Image 0" descr="/Users/macbook/Documents/Tugas Keamanan Informasi/ki-k1/laporan/screenshots/02-input-enkrip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90472"/>
            <a:ext cx="2926080" cy="1938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4904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Masukan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749040" y="2148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mode, ketik kunci, unggah berkas .txt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307238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pic>
        <p:nvPicPr>
          <p:cNvPr id="12" name="Image 1" descr="/Users/macbook/Documents/Tugas Keamanan Informasi/ki-k1/laporan/screenshots/03-hasil-enkrips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490472"/>
            <a:ext cx="2926080" cy="19385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7260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Hasil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372600" y="2148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Cipherteks, statistik, Salin &amp; Unduh .txt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04488"/>
            <a:ext cx="307238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pic>
        <p:nvPicPr>
          <p:cNvPr id="16" name="Image 2" descr="/Users/macbook/Documents/Tugas Keamanan Informasi/ki-k1/laporan/screenshots/05-proses-bigra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3977640"/>
            <a:ext cx="2926080" cy="19385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0" y="41788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· Proses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749040" y="463600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&amp; tabel aturan, disorot di bujursangkar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04488"/>
            <a:ext cx="307238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pic>
        <p:nvPicPr>
          <p:cNvPr id="20" name="Image 3" descr="/Users/macbook/Documents/Tugas Keamanan Informasi/ki-k1/laporan/screenshots/08-hasil-dekripsi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45352" y="3977640"/>
            <a:ext cx="2926080" cy="19385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72600" y="41788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Dekripsi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372600" y="463600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Plainteks kembali + hasil mentah sebelum X dibuang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PENGUJIAN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dengan Contoh Materi Kuliah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280160"/>
                <a:gridCol w="9144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aplikasi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D23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6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4173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50876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589520" y="150876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contoh slide sama persis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0" y="25603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65176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589520" y="265176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lulus (npm test)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9280" y="3703320"/>
            <a:ext cx="5943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379476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589520" y="379476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acak enkripsi → dekripsi kembali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69280" y="49377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Plainteks "temui ibu nanti malam" → ZB RS FY KU PG LG RK VS NL QV. Masukan tidak valid (misalnya cipherteks ganjil) ditolak dengan pesan kesalahan.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 · KESIMPULAN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Kode Sumber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Playfair Cipher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67512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45920"/>
            <a:ext cx="6263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cipher berhasil diimplementasikan sebagai aplikasi web: masukan berkas teks &amp; kunci, keluaran berkas terenkripsi.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sesuai materi kuliah dan lolos seluruh unit test; dekripsi mengembalikan plainteks.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 huruf tunggal tersamarkan, tetapi karena blok hanya 2 huruf, Playfair tetap rentan analisis frekuensi bigram, sehingga tidak layak untuk pengamanan modern.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146304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D232A"/>
          </a:solidFill>
          <a:ln w="12700">
            <a:solidFill>
              <a:srgbClr val="1D2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6002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aplikasi (GitHub)</a:t>
            </a:r>
            <a:endParaRPr lang="en-US" sz="15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635240" y="202996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github.com/estherrrrrrrrrrrrr/Playfair-Cipher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292608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0F6E66"/>
          </a:solidFill>
          <a:ln w="12700">
            <a:solidFill>
              <a:srgbClr val="0F6E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30632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(Vercel)</a:t>
            </a:r>
            <a:endParaRPr lang="en-US" sz="15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7635240" y="349300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ki-k1.vercel.app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466344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52360" y="5349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tanya jawab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Kelompok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Implementasi Enkripsi Playfair Cipher</dc:title>
  <dc:subject>PptxGenJS Presentation</dc:subject>
  <dc:creator>PptxGenJS</dc:creator>
  <cp:lastModifiedBy>PptxGenJS</cp:lastModifiedBy>
  <cp:revision>1</cp:revision>
  <dcterms:created xsi:type="dcterms:W3CDTF">2026-09-20T08:57:46Z</dcterms:created>
  <dcterms:modified xsi:type="dcterms:W3CDTF">2026-09-20T08:57:46Z</dcterms:modified>
</cp:coreProperties>
</file>